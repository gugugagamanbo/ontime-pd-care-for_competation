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OnTime PD Care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帕金森家庭协作照护助手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让每一次服药准时，让每一份关爱连接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3D30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566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3D3028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566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3D30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57200"/>
            <a:ext cx="2377440" cy="4389120"/>
          </a:xfrm>
          <a:prstGeom prst="roundRect">
            <a:avLst>
              <a:gd name="adj" fmla="val 7692"/>
            </a:avLst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640080"/>
            <a:ext cx="21945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为什么我们需要 OnTime PD Care？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帕金森患者和家属面临的真实挑战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005840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用药管理困难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帕金森药物需严格按时服用，多种药物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时间交错，患者（尤其老年人）极易遗忘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或混淆服药时间，导致症状波动加剧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51760"/>
            <a:ext cx="54864" cy="1005840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家属与患者信息断层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63040" y="3017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家属无法实时了解患者的服药与症状变化，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异地照护更是难以掌握情况，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往往在就诊时才发现问题已经恶化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794760"/>
            <a:ext cx="54864" cy="1005840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就诊记录碎片化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463040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患者的症状、用药变化散落在不同渠道，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就诊时难以完整呈现病情全貌，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医生无法做出最精准的治疗调整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解决方案总览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三大核心模块，覆盖照护全流程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智能用药管理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精准时间轴提醒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服药状态追踪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库存与趋势分析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家属同步通知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4173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家庭协作照护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57600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共享账号机制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症状快速记录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多角色同步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一键生成报告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1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辅助识别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492240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处方智能扫描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药盒 OCR 录入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建议仅供参考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用户完全可控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智能用药管理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精准时间轴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按时间排列今日所有药物，一目了然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服药状态追踪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已服用/待服用/未服用，实时记录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趋势分析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09728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服药依从性趋势，辅助医生调整方案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42062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3D3028"/>
          </a:solidFill>
          <a:ln/>
        </p:spPr>
      </p:sp>
      <p:sp>
        <p:nvSpPr>
          <p:cNvPr id="14" name="Text 9">
            <a:hlinkClick r:id="rIdundefined" tooltip=""/>
          </p:cNvPr>
          <p:cNvSpPr/>
          <p:nvPr/>
        </p:nvSpPr>
        <p:spPr>
          <a:xfrm>
            <a:off x="73152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在线演示：</a:t>
            </a:r>
            <a:pPr indent="0" marL="0">
              <a:buNone/>
            </a:pPr>
            <a:r>
              <a:rPr lang="en-US" sz="1200" u="sng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id-preview--69175ca3.lovable.app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69280" y="320040"/>
            <a:ext cx="2926080" cy="4572000"/>
          </a:xfrm>
          <a:prstGeom prst="roundRect">
            <a:avLst>
              <a:gd name="adj" fmla="val 7813"/>
            </a:avLst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06440" y="502920"/>
            <a:ext cx="26517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处方扫描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驱动 · 结果仅供参考 · 用户确认后方可保存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32918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00200"/>
            <a:ext cx="2340864" cy="3017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83464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023360" y="1463040"/>
            <a:ext cx="45720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023360" y="1463040"/>
            <a:ext cx="4572000" cy="45720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0" name="Text 6"/>
          <p:cNvSpPr/>
          <p:nvPr/>
        </p:nvSpPr>
        <p:spPr>
          <a:xfrm>
            <a:off x="420624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识别结果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0312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440" y="2075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药品名称：多巴丝肼片 125mg（美多芭）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6060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用法用量：每次 1 片，每日 3 次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10896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44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服药时间：07:00 / 13:00 / 19:00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61188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6344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特殊说明：餐前 30 分钟服用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297680" y="41148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178808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006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结果仅辅助录入，保存前请核对处方原文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照护圈协作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· 家属 · 医生，信息实时同步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08760"/>
            <a:ext cx="2340864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920240"/>
            <a:ext cx="0" cy="2606040"/>
          </a:xfrm>
          <a:prstGeom prst="line">
            <a:avLst/>
          </a:prstGeom>
          <a:noFill/>
          <a:ln w="25400">
            <a:solidFill>
              <a:srgbClr val="C8C8D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474720" y="137160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6052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160520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记录症状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服药打卡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474720" y="274320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017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60520" y="2852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家属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16052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同步查看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辅助记录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74720" y="411480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3891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6052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160520" y="4572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查看报告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调整方案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17920" y="137160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008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01168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共享账号，家属实时同步患者数据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74320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6656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症状记录自动标注严重程度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47472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6656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一键导出就诊报告给医生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206240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6656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照护团队联系人信息集中管理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隐私与负责任的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— 我们的核心承诺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22222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用户数据主权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项隐私开关，用户完全掌控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可随时关闭 AI 功能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数据导出与删除权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417320"/>
            <a:ext cx="2651760" cy="3200400"/>
          </a:xfrm>
          <a:prstGeom prst="rect">
            <a:avLst/>
          </a:prstGeom>
          <a:solidFill>
            <a:srgbClr val="222228"/>
          </a:solidFill>
          <a:ln/>
        </p:spPr>
      </p:sp>
      <p:sp>
        <p:nvSpPr>
          <p:cNvPr id="11" name="Shape 8"/>
          <p:cNvSpPr/>
          <p:nvPr/>
        </p:nvSpPr>
        <p:spPr>
          <a:xfrm>
            <a:off x="3337560" y="1417320"/>
            <a:ext cx="2651760" cy="54864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透明性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66160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结果明确标注来源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提醒用户核对原始处方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不替代医疗专业判断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51760" cy="3200400"/>
          </a:xfrm>
          <a:prstGeom prst="rect">
            <a:avLst/>
          </a:prstGeom>
          <a:solidFill>
            <a:srgbClr val="222228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916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数据安全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46520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端到端数据加密传输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行级安全策略 (RLS)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最小化数据收集原则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是辅助工具，不是决策者。每一项数据操作，用户都拥有最终决定权。"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伦理实践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如何在医疗场景中负责任地使用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solidFill>
            <a:srgbClr val="4A9E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356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我们坚持的原则  ✓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029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仅辅助信息录入，不提供医疗建议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AI 输出标注"仅供参考"标签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用户可随时关闭所有 AI 功能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6616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数据加密存储，符合最小化原则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6908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4041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隐私设置透明可控，9 项独立开关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solidFill>
            <a:srgbClr val="D45555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4356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我们拒绝的做法  ✕</a:t>
            </a:r>
            <a:endParaRPr lang="en-US" sz="1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05740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2029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不自动替用户做医疗决策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560320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4924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不在用户不知情时收集额外数据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063240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924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不将用户数据用于模型训练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566160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4924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不替代医生的专业诊断角色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069080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349240" y="4041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不向第三方共享任何个人健康数据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已落地的可行性方案  ·  Feasibility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731520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260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2608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移动端优先，响应式设计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286000"/>
            <a:ext cx="54864" cy="731520"/>
          </a:xfrm>
          <a:prstGeom prst="rect">
            <a:avLst/>
          </a:prstGeom>
          <a:solidFill>
            <a:srgbClr val="4A9E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后端服务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9260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Cloud + Edge Functions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26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架构，自动扩展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200400"/>
            <a:ext cx="54864" cy="731520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9260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 行级安全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92608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数据隔离，端到端安全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4114800"/>
            <a:ext cx="54864" cy="731520"/>
          </a:xfrm>
          <a:prstGeom prst="rect">
            <a:avLst/>
          </a:prstGeom>
          <a:solidFill>
            <a:srgbClr val="4A9E8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519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引擎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92608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(Google)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292608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处方 OCR + 药盒识别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未来规划与愿景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011680"/>
          </a:xfrm>
          <a:prstGeom prst="rect">
            <a:avLst/>
          </a:prstGeom>
          <a:solidFill>
            <a:srgbClr val="2222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集成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震颤监测 · 跌倒检测 · 运动数据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51760" cy="2011680"/>
          </a:xfrm>
          <a:prstGeom prst="rect">
            <a:avLst/>
          </a:prstGeom>
          <a:solidFill>
            <a:srgbClr val="222228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多品牌手表适配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· Samsung · 小米手环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51760" cy="2011680"/>
          </a:xfrm>
          <a:prstGeom prst="rect">
            <a:avLst/>
          </a:prstGeom>
          <a:solidFill>
            <a:srgbClr val="222228"/>
          </a:solidFill>
          <a:ln/>
        </p:spPr>
      </p:sp>
      <p:sp>
        <p:nvSpPr>
          <p:cNvPr id="15" name="Text 11"/>
          <p:cNvSpPr/>
          <p:nvPr/>
        </p:nvSpPr>
        <p:spPr>
          <a:xfrm>
            <a:off x="621792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社区与多语言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患者交流社区 · 英语/粤语支持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"让科技的温度，守护每一个帕金森家庭"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OnTime PD Care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 ·  期待您的反馈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OnTime PD Care — 帕金森家庭协作照护助手</dc:title>
  <dc:subject>PptxGenJS Presentation</dc:subject>
  <dc:creator>OnTime PD Care Team</dc:creator>
  <cp:lastModifiedBy>OnTime PD Care Team</cp:lastModifiedBy>
  <cp:revision>1</cp:revision>
  <dcterms:created xsi:type="dcterms:W3CDTF">2026-04-13T11:16:00Z</dcterms:created>
  <dcterms:modified xsi:type="dcterms:W3CDTF">2026-04-13T11:16:00Z</dcterms:modified>
</cp:coreProperties>
</file>